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355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3840480" cy="3840480"/>
          </a:xfrm>
          <a:prstGeom prst="ellipse">
            <a:avLst/>
          </a:prstGeom>
          <a:solidFill>
            <a:srgbClr val="006C4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937760"/>
            <a:ext cx="2743200" cy="2743200"/>
          </a:xfrm>
          <a:prstGeom prst="ellipse">
            <a:avLst/>
          </a:prstGeom>
          <a:solidFill>
            <a:srgbClr val="6CF8BB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FuturePath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ESWATINI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Emaswati youth to employment,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and career opportunities.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4114800" cy="0"/>
          </a:xfrm>
          <a:prstGeom prst="line">
            <a:avLst/>
          </a:prstGeom>
          <a:noFill/>
          <a:ln w="19050">
            <a:solidFill>
              <a:srgbClr val="6CF8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Mnelisi Simelane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708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contributions from  Thandolwethu Lukhele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6451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&amp; Builder  ·  Mbabane, Eswatini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0F4C81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956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 Likusasa Letfu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52303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14, Matsapha Business Centre, Matsapha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0" y="2560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" name="Text 1"/>
          <p:cNvSpPr/>
          <p:nvPr/>
        </p:nvSpPr>
        <p:spPr>
          <a:xfrm>
            <a:off x="1165860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2C7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4173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355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399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17282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Emaswati youth need a platform like FuturePath.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2C7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1089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355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3090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FuturePath?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61872" y="34198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 built for Eswatini job market.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2C7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355F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800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47823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Overview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61872" y="51114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during the demonstration today.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2344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2C7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14173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355F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4032" y="1399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14032" y="17282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CV Builder, Learning, Certificates, and more.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9260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2C7D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65392" y="31089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355F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14032" y="3090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14032" y="34198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FuturePath gives Likusasa Letfu — and the ask.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61772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C2C7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65392" y="480060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0355F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4800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14032" y="47823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Builder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14032" y="511149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this, and what happens after today.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355F"/>
          </a:solidFill>
          <a:ln/>
        </p:spPr>
      </p:sp>
      <p:sp>
        <p:nvSpPr>
          <p:cNvPr id="3" name="Text 1"/>
          <p:cNvSpPr/>
          <p:nvPr/>
        </p:nvSpPr>
        <p:spPr>
          <a:xfrm>
            <a:off x="1165860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CF8B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youth are ready.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not.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0F4C81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 Eswatini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60604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0F4C81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29000" y="3337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platform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local job seekers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60604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0F4C81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337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career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&amp; skills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260604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0F4C81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lacking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89720" y="3337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quality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top employers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FuturePath was built to fix this — from the ground up, in Eswatini, for Eswatini.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" name="Text 1"/>
          <p:cNvSpPr/>
          <p:nvPr/>
        </p:nvSpPr>
        <p:spPr>
          <a:xfrm>
            <a:off x="1165860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CF8B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FUTUREPATH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Everything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Emaswati needs.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FuturePath Eswatini is a fully functional, production-ready web application built specifically for the Eswatini market.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concept or prototype — it is a complete, working application available right now, ready to serve real users from day 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E5EE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2976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27632" y="4297680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E5EEFF"/>
          </a:solidFill>
          <a:ln/>
        </p:spPr>
      </p:sp>
      <p:sp>
        <p:nvSpPr>
          <p:cNvPr id="11" name="Text 9"/>
          <p:cNvSpPr/>
          <p:nvPr/>
        </p:nvSpPr>
        <p:spPr>
          <a:xfrm>
            <a:off x="1627632" y="42976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06624" y="4297680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E5EE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06624" y="42976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85616" y="4297680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E5EE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85616" y="42976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64608" y="4297680"/>
            <a:ext cx="987552" cy="310896"/>
          </a:xfrm>
          <a:prstGeom prst="roundRect">
            <a:avLst>
              <a:gd name="adj" fmla="val 29412"/>
            </a:avLst>
          </a:prstGeom>
          <a:solidFill>
            <a:srgbClr val="E5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4297680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4059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846320"/>
          </a:xfrm>
          <a:prstGeom prst="roundRect">
            <a:avLst>
              <a:gd name="adj" fmla="val 3774"/>
            </a:avLst>
          </a:prstGeom>
          <a:solidFill>
            <a:srgbClr val="00355F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1691640"/>
            <a:ext cx="4754880" cy="4389120"/>
          </a:xfrm>
          <a:prstGeom prst="roundRect">
            <a:avLst>
              <a:gd name="adj" fmla="val 3125"/>
            </a:avLst>
          </a:prstGeom>
          <a:solidFill>
            <a:srgbClr val="0F4C8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FuturePath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back, Sibusiso 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788920"/>
            <a:ext cx="4297680" cy="475488"/>
          </a:xfrm>
          <a:prstGeom prst="roundRect">
            <a:avLst>
              <a:gd name="adj" fmla="val 15385"/>
            </a:avLst>
          </a:prstGeom>
          <a:solidFill>
            <a:srgbClr val="1629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7889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Jobs &amp; Internships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3392424"/>
            <a:ext cx="4297680" cy="475488"/>
          </a:xfrm>
          <a:prstGeom prst="roundRect">
            <a:avLst>
              <a:gd name="adj" fmla="val 15385"/>
            </a:avLst>
          </a:prstGeom>
          <a:solidFill>
            <a:srgbClr val="16294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39242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Build Your CV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3995928"/>
            <a:ext cx="4297680" cy="475488"/>
          </a:xfrm>
          <a:prstGeom prst="roundRect">
            <a:avLst>
              <a:gd name="adj" fmla="val 15385"/>
            </a:avLst>
          </a:prstGeom>
          <a:solidFill>
            <a:srgbClr val="16294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99592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Academy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4599432"/>
            <a:ext cx="4297680" cy="475488"/>
          </a:xfrm>
          <a:prstGeom prst="roundRect">
            <a:avLst>
              <a:gd name="adj" fmla="val 15385"/>
            </a:avLst>
          </a:prstGeom>
          <a:solidFill>
            <a:srgbClr val="16294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459943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Verify Certificates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65860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CF8B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and working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98448"/>
            <a:ext cx="548640" cy="548640"/>
          </a:xfrm>
          <a:prstGeom prst="ellipse">
            <a:avLst/>
          </a:prstGeom>
          <a:solidFill>
            <a:srgbClr val="00355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Internships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listings from MTN Eswatini, Standard Bank, UNICEF, Nedbank &amp; more. Apply and track in-app.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09728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298448"/>
            <a:ext cx="548640" cy="548640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1353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Builder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19202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guided tool with ATS-optimised templates, live preview, and one-click PDF export.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109728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1298448"/>
            <a:ext cx="548640" cy="548640"/>
          </a:xfrm>
          <a:prstGeom prst="ellipse">
            <a:avLst/>
          </a:prstGeom>
          <a:solidFill>
            <a:srgbClr val="00355F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06840" y="1353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Academy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192024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lessons, quizzes, and progress tracking across Technology, Business, Finance &amp; Practical Skills.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5760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858768"/>
            <a:ext cx="548640" cy="548640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3913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4805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Auto-issued digital certificates with unique IDs and QR verification codes — trusted by employers.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43400" y="365760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858768"/>
            <a:ext cx="548640" cy="548640"/>
          </a:xfrm>
          <a:prstGeom prst="ellipse">
            <a:avLst/>
          </a:prstGeom>
          <a:solidFill>
            <a:srgbClr val="00355F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66360" y="3913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26280" y="44805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mock interviews tailored to the Eswatini corporate context with live feedback.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3657600"/>
            <a:ext cx="3566160" cy="2331720"/>
          </a:xfrm>
          <a:prstGeom prst="roundRect">
            <a:avLst>
              <a:gd name="adj" fmla="val 549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66760" y="3858768"/>
            <a:ext cx="548640" cy="548640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34" name="Text 32"/>
          <p:cNvSpPr/>
          <p:nvPr/>
        </p:nvSpPr>
        <p:spPr>
          <a:xfrm>
            <a:off x="836676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06840" y="39136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66760" y="448056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management panel — add jobs, courses, manage users and certificates with one login.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355F"/>
          </a:solidFill>
          <a:ln/>
        </p:spPr>
      </p:sp>
      <p:sp>
        <p:nvSpPr>
          <p:cNvPr id="3" name="Text 1"/>
          <p:cNvSpPr/>
          <p:nvPr/>
        </p:nvSpPr>
        <p:spPr>
          <a:xfrm>
            <a:off x="1165860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CF8B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LIVE DEMO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in the demo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41248" y="2121408"/>
            <a:ext cx="0" cy="1097280"/>
          </a:xfrm>
          <a:prstGeom prst="line">
            <a:avLst/>
          </a:prstGeom>
          <a:noFill/>
          <a:ln w="15240">
            <a:solidFill>
              <a:srgbClr val="6CF8B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3504" y="1609344"/>
            <a:ext cx="475488" cy="475488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609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1938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account and log in to the youth dashboard.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785616"/>
            <a:ext cx="0" cy="1097280"/>
          </a:xfrm>
          <a:prstGeom prst="line">
            <a:avLst/>
          </a:prstGeom>
          <a:noFill/>
          <a:ln w="15240">
            <a:solidFill>
              <a:srgbClr val="6CF8B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3504" y="3273552"/>
            <a:ext cx="475488" cy="475488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291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Jobs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36027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jobs, filter by type and category, view details, save and apply.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" y="4937760"/>
            <a:ext cx="475488" cy="475488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4956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52669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guided CV wizard and download a professional PDF.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93408" y="2121408"/>
            <a:ext cx="0" cy="1097280"/>
          </a:xfrm>
          <a:prstGeom prst="line">
            <a:avLst/>
          </a:prstGeom>
          <a:noFill/>
          <a:ln w="15240">
            <a:solidFill>
              <a:srgbClr val="6CF8B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55664" y="1609344"/>
            <a:ext cx="475488" cy="475488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23" name="Text 21"/>
          <p:cNvSpPr/>
          <p:nvPr/>
        </p:nvSpPr>
        <p:spPr>
          <a:xfrm>
            <a:off x="6455664" y="1609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1627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Course &amp; Quiz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59168" y="1938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in a course, watch a module, and complete the quiz engine.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93408" y="3785616"/>
            <a:ext cx="0" cy="1097280"/>
          </a:xfrm>
          <a:prstGeom prst="line">
            <a:avLst/>
          </a:prstGeom>
          <a:noFill/>
          <a:ln w="15240">
            <a:solidFill>
              <a:srgbClr val="6CF8B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55664" y="3273552"/>
            <a:ext cx="475488" cy="475488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28" name="Text 26"/>
          <p:cNvSpPr/>
          <p:nvPr/>
        </p:nvSpPr>
        <p:spPr>
          <a:xfrm>
            <a:off x="6455664" y="3273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9168" y="32918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a Certificate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59168" y="36027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auto-issued certificate with QR code and download 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55664" y="4937760"/>
            <a:ext cx="475488" cy="475488"/>
          </a:xfrm>
          <a:prstGeom prst="ellipse">
            <a:avLst/>
          </a:prstGeom>
          <a:solidFill>
            <a:srgbClr val="006C49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59168" y="4956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59168" y="52669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admin and manage jobs, courses, users, and certificates.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" name="Text 1"/>
          <p:cNvSpPr/>
          <p:nvPr/>
        </p:nvSpPr>
        <p:spPr>
          <a:xfrm>
            <a:off x="1165860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CF8B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THE PARTNERSHIP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Likusasa Letfu receives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394960" cy="4892040"/>
          </a:xfrm>
          <a:prstGeom prst="roundRect">
            <a:avLst>
              <a:gd name="adj" fmla="val 2991"/>
            </a:avLst>
          </a:prstGeom>
          <a:solidFill>
            <a:srgbClr val="00355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FuturePath Eswatini — donated in full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0848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source code &amp; database schema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Deployment on Vercel or Netlify (free tier)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32735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Staff onboarding &amp; admin training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8679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Customisation to your brand &amp; programmes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4622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Remote technical support during pilot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50566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pilot &amp; launch plan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394960" cy="4892040"/>
          </a:xfrm>
          <a:prstGeom prst="roundRect">
            <a:avLst>
              <a:gd name="adj" fmla="val 2991"/>
            </a:avLst>
          </a:prstGeom>
          <a:solidFill>
            <a:srgbClr val="FEF3E2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361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return, I respectfully request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08483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066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scholarship — Mnelisi Simelane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3500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for Software Engineering degree in China.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3127248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scholarship — Thandolwethu Lukhele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39242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fees for BSc Business Management degree in Botswana.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4169664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41513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Preparedness assistance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4348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with the practical costs of preparing to study abroad for both students.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5212080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5193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commitment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54772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 FuturePath and serve Emaswati youth together.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65860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CF8B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ABOUT 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Mnelisi Simelane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Software Engineer  ·  Mbabane, Eswatini  ·  20 years old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418320" y="502920"/>
            <a:ext cx="2194560" cy="2194560"/>
          </a:xfrm>
          <a:prstGeom prst="ellipse">
            <a:avLst/>
          </a:prstGeom>
          <a:solidFill>
            <a:srgbClr val="E5EEFF"/>
          </a:solidFill>
          <a:ln w="25400">
            <a:solidFill>
              <a:srgbClr val="0035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0" y="5029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Built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FuturePath Eswatini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5786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career &amp; employment platform (this presentation)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735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EduLink Eswatini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high school admissions platform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15384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6110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SwiftWallet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5537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 MVP for the Eswatini market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02936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4865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TM HealthOS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5412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healthcare infrastructure platform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E5EE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166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0432" y="51663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70432" y="53766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Thandolwethu Lukhele  —  Product Design &amp; Quality Review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1783080"/>
            <a:ext cx="4572000" cy="1463040"/>
          </a:xfrm>
          <a:prstGeom prst="roundRect">
            <a:avLst>
              <a:gd name="adj" fmla="val 750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772400" y="187452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78040" y="223113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degree — all built through practice and dedication.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3447288"/>
            <a:ext cx="4572000" cy="1463040"/>
          </a:xfrm>
          <a:prstGeom prst="roundRect">
            <a:avLst>
              <a:gd name="adj" fmla="val 750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🇸🇿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772400" y="353872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Eswatini-focused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389534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targets a real local need or market gap.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5111496"/>
            <a:ext cx="4572000" cy="1463040"/>
          </a:xfrm>
          <a:prstGeom prst="roundRect">
            <a:avLst>
              <a:gd name="adj" fmla="val 7500"/>
            </a:avLst>
          </a:prstGeom>
          <a:solidFill>
            <a:srgbClr val="F8F9FF"/>
          </a:solidFill>
          <a:ln w="5080">
            <a:solidFill>
              <a:srgbClr val="C2C7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5202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772400" y="520293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in China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78040" y="55595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2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to study Software Engineering — growing to come back stronger.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355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5486400" cy="5486400"/>
          </a:xfrm>
          <a:prstGeom prst="ellipse">
            <a:avLst/>
          </a:prstGeom>
          <a:solidFill>
            <a:srgbClr val="006C4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FuturePath is ready. The youth of Eswatini are ready.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 need is a partnership to make it real.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0F4C81">
              <a:alpha val="75000"/>
            </a:srgbClr>
          </a:solidFill>
          <a:ln w="10160">
            <a:solidFill>
              <a:srgbClr val="6CF8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9136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611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walk your team through every feature live.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24612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0F4C81">
              <a:alpha val="75000"/>
            </a:srgbClr>
          </a:solidFill>
          <a:ln w="10160">
            <a:solidFill>
              <a:srgbClr val="6CF8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383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39136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partnership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42611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the platform handover and scholarship terms.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3246120"/>
            <a:ext cx="3429000" cy="2103120"/>
          </a:xfrm>
          <a:prstGeom prst="roundRect">
            <a:avLst>
              <a:gd name="adj" fmla="val 6087"/>
            </a:avLst>
          </a:prstGeom>
          <a:solidFill>
            <a:srgbClr val="0F4C81">
              <a:alpha val="75000"/>
            </a:srgbClr>
          </a:solidFill>
          <a:ln w="10160">
            <a:solidFill>
              <a:srgbClr val="6CF8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3383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138160" y="39136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F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FuturePath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4261104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2C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and start serving Emaswati youth together.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2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Mnelisi Simelane  ·  mnethedev@gmail.com  ·  Mbabane, Eswatini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2026-08-24T10:16:33Z</dcterms:created>
  <dcterms:modified xsi:type="dcterms:W3CDTF">2026-08-24T10:16:33Z</dcterms:modified>
</cp:coreProperties>
</file>